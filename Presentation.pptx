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0" r:id="rId4"/>
    <p:sldId id="268" r:id="rId5"/>
    <p:sldId id="261" r:id="rId6"/>
    <p:sldId id="267" r:id="rId7"/>
    <p:sldId id="257" r:id="rId8"/>
    <p:sldId id="259" r:id="rId9"/>
    <p:sldId id="26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98B123-3B9C-41C5-80DD-F90C263C7769}" v="50" dt="2025-12-20T20:25:28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Esawy" userId="3b2d0d45d920ee23" providerId="LiveId" clId="{7698B123-3B9C-41C5-80DD-F90C263C7769}"/>
    <pc:docChg chg="undo redo custSel addSld delSld modSld sldOrd">
      <pc:chgData name="Ahmed Esawy" userId="3b2d0d45d920ee23" providerId="LiveId" clId="{7698B123-3B9C-41C5-80DD-F90C263C7769}" dt="2025-12-23T12:40:05.798" v="2406" actId="1076"/>
      <pc:docMkLst>
        <pc:docMk/>
      </pc:docMkLst>
      <pc:sldChg chg="addSp delSp modSp mod setBg">
        <pc:chgData name="Ahmed Esawy" userId="3b2d0d45d920ee23" providerId="LiveId" clId="{7698B123-3B9C-41C5-80DD-F90C263C7769}" dt="2025-12-20T20:36:35.490" v="2283" actId="26606"/>
        <pc:sldMkLst>
          <pc:docMk/>
          <pc:sldMk cId="2457620903" sldId="256"/>
        </pc:sldMkLst>
        <pc:spChg chg="mod">
          <ac:chgData name="Ahmed Esawy" userId="3b2d0d45d920ee23" providerId="LiveId" clId="{7698B123-3B9C-41C5-80DD-F90C263C7769}" dt="2025-12-20T20:36:35.490" v="2283" actId="26606"/>
          <ac:spMkLst>
            <pc:docMk/>
            <pc:sldMk cId="2457620903" sldId="256"/>
            <ac:spMk id="2" creationId="{AE0C7C6C-52FE-33E2-5598-1D3A4BB4C45B}"/>
          </ac:spMkLst>
        </pc:spChg>
        <pc:spChg chg="mod">
          <ac:chgData name="Ahmed Esawy" userId="3b2d0d45d920ee23" providerId="LiveId" clId="{7698B123-3B9C-41C5-80DD-F90C263C7769}" dt="2025-12-20T20:36:35.490" v="2283" actId="26606"/>
          <ac:spMkLst>
            <pc:docMk/>
            <pc:sldMk cId="2457620903" sldId="256"/>
            <ac:spMk id="3" creationId="{35BFEAA7-504C-C900-279C-286A64C086C8}"/>
          </ac:spMkLst>
        </pc:spChg>
        <pc:spChg chg="add">
          <ac:chgData name="Ahmed Esawy" userId="3b2d0d45d920ee23" providerId="LiveId" clId="{7698B123-3B9C-41C5-80DD-F90C263C7769}" dt="2025-12-20T20:36:35.490" v="2283" actId="26606"/>
          <ac:spMkLst>
            <pc:docMk/>
            <pc:sldMk cId="2457620903" sldId="256"/>
            <ac:spMk id="73" creationId="{F12E7CC5-C78B-4EBD-9565-3FA00FAA6CF2}"/>
          </ac:spMkLst>
        </pc:spChg>
        <pc:spChg chg="add">
          <ac:chgData name="Ahmed Esawy" userId="3b2d0d45d920ee23" providerId="LiveId" clId="{7698B123-3B9C-41C5-80DD-F90C263C7769}" dt="2025-12-20T20:36:35.490" v="2283" actId="26606"/>
          <ac:spMkLst>
            <pc:docMk/>
            <pc:sldMk cId="2457620903" sldId="256"/>
            <ac:spMk id="75" creationId="{3A4529A5-F675-429F-8044-01372BB13422}"/>
          </ac:spMkLst>
        </pc:spChg>
        <pc:spChg chg="add">
          <ac:chgData name="Ahmed Esawy" userId="3b2d0d45d920ee23" providerId="LiveId" clId="{7698B123-3B9C-41C5-80DD-F90C263C7769}" dt="2025-12-20T20:36:35.490" v="2283" actId="26606"/>
          <ac:spMkLst>
            <pc:docMk/>
            <pc:sldMk cId="2457620903" sldId="256"/>
            <ac:spMk id="77" creationId="{63DAB858-5A0C-4AFF-AAC6-705EDF8DB733}"/>
          </ac:spMkLst>
        </pc:spChg>
        <pc:picChg chg="add mod ord">
          <ac:chgData name="Ahmed Esawy" userId="3b2d0d45d920ee23" providerId="LiveId" clId="{7698B123-3B9C-41C5-80DD-F90C263C7769}" dt="2025-12-20T20:36:35.490" v="2283" actId="26606"/>
          <ac:picMkLst>
            <pc:docMk/>
            <pc:sldMk cId="2457620903" sldId="256"/>
            <ac:picMk id="7" creationId="{87F10ADD-7D55-CD41-8B52-699D1C28D765}"/>
          </ac:picMkLst>
        </pc:picChg>
      </pc:sldChg>
      <pc:sldChg chg="addSp delSp modSp mod setBg">
        <pc:chgData name="Ahmed Esawy" userId="3b2d0d45d920ee23" providerId="LiveId" clId="{7698B123-3B9C-41C5-80DD-F90C263C7769}" dt="2025-12-20T20:05:20.274" v="1105" actId="20577"/>
        <pc:sldMkLst>
          <pc:docMk/>
          <pc:sldMk cId="3756900311" sldId="257"/>
        </pc:sldMkLst>
        <pc:spChg chg="add mod ord">
          <ac:chgData name="Ahmed Esawy" userId="3b2d0d45d920ee23" providerId="LiveId" clId="{7698B123-3B9C-41C5-80DD-F90C263C7769}" dt="2025-12-20T20:05:20.274" v="1105" actId="20577"/>
          <ac:spMkLst>
            <pc:docMk/>
            <pc:sldMk cId="3756900311" sldId="257"/>
            <ac:spMk id="9" creationId="{230198BA-796C-BDCE-B83A-A29CEB544419}"/>
          </ac:spMkLst>
        </pc:spChg>
        <pc:spChg chg="add">
          <ac:chgData name="Ahmed Esawy" userId="3b2d0d45d920ee23" providerId="LiveId" clId="{7698B123-3B9C-41C5-80DD-F90C263C7769}" dt="2025-12-20T20:04:33.548" v="1088" actId="26606"/>
          <ac:spMkLst>
            <pc:docMk/>
            <pc:sldMk cId="3756900311" sldId="257"/>
            <ac:spMk id="138" creationId="{1022CA72-2A63-428F-B586-37BA5AB6D265}"/>
          </ac:spMkLst>
        </pc:spChg>
        <pc:spChg chg="add">
          <ac:chgData name="Ahmed Esawy" userId="3b2d0d45d920ee23" providerId="LiveId" clId="{7698B123-3B9C-41C5-80DD-F90C263C7769}" dt="2025-12-20T20:04:33.548" v="1088" actId="26606"/>
          <ac:spMkLst>
            <pc:docMk/>
            <pc:sldMk cId="3756900311" sldId="257"/>
            <ac:spMk id="139" creationId="{95C8260E-968F-44E8-A823-ABB431311926}"/>
          </ac:spMkLst>
        </pc:spChg>
        <pc:spChg chg="add">
          <ac:chgData name="Ahmed Esawy" userId="3b2d0d45d920ee23" providerId="LiveId" clId="{7698B123-3B9C-41C5-80DD-F90C263C7769}" dt="2025-12-20T20:04:33.548" v="1088" actId="26606"/>
          <ac:spMkLst>
            <pc:docMk/>
            <pc:sldMk cId="3756900311" sldId="257"/>
            <ac:spMk id="140" creationId="{2C1BBA94-3F40-40AA-8BB9-E69E25E537C1}"/>
          </ac:spMkLst>
        </pc:spChg>
        <pc:spChg chg="add">
          <ac:chgData name="Ahmed Esawy" userId="3b2d0d45d920ee23" providerId="LiveId" clId="{7698B123-3B9C-41C5-80DD-F90C263C7769}" dt="2025-12-20T20:04:33.548" v="1088" actId="26606"/>
          <ac:spMkLst>
            <pc:docMk/>
            <pc:sldMk cId="3756900311" sldId="257"/>
            <ac:spMk id="141" creationId="{FE43805F-24A6-46A4-B19B-54F28347355C}"/>
          </ac:spMkLst>
        </pc:spChg>
        <pc:picChg chg="mod ord">
          <ac:chgData name="Ahmed Esawy" userId="3b2d0d45d920ee23" providerId="LiveId" clId="{7698B123-3B9C-41C5-80DD-F90C263C7769}" dt="2025-12-20T20:04:33.548" v="1088" actId="26606"/>
          <ac:picMkLst>
            <pc:docMk/>
            <pc:sldMk cId="3756900311" sldId="257"/>
            <ac:picMk id="15" creationId="{71592E1B-7C2C-F867-A0E8-BDEFD47D40DB}"/>
          </ac:picMkLst>
        </pc:picChg>
        <pc:picChg chg="mod ord">
          <ac:chgData name="Ahmed Esawy" userId="3b2d0d45d920ee23" providerId="LiveId" clId="{7698B123-3B9C-41C5-80DD-F90C263C7769}" dt="2025-12-20T20:04:33.548" v="1088" actId="26606"/>
          <ac:picMkLst>
            <pc:docMk/>
            <pc:sldMk cId="3756900311" sldId="257"/>
            <ac:picMk id="17" creationId="{7E44EAE3-D196-A81E-8A95-D0D8CF0BC0B6}"/>
          </ac:picMkLst>
        </pc:picChg>
      </pc:sldChg>
      <pc:sldChg chg="addSp delSp modSp mod ord setBg">
        <pc:chgData name="Ahmed Esawy" userId="3b2d0d45d920ee23" providerId="LiveId" clId="{7698B123-3B9C-41C5-80DD-F90C263C7769}" dt="2025-12-20T20:33:32.631" v="2175" actId="20577"/>
        <pc:sldMkLst>
          <pc:docMk/>
          <pc:sldMk cId="3579617463" sldId="259"/>
        </pc:sldMkLst>
        <pc:spChg chg="add mod">
          <ac:chgData name="Ahmed Esawy" userId="3b2d0d45d920ee23" providerId="LiveId" clId="{7698B123-3B9C-41C5-80DD-F90C263C7769}" dt="2025-12-20T20:33:32.631" v="2175" actId="20577"/>
          <ac:spMkLst>
            <pc:docMk/>
            <pc:sldMk cId="3579617463" sldId="259"/>
            <ac:spMk id="4" creationId="{B0511393-F529-20FB-49FC-882445BF70E9}"/>
          </ac:spMkLst>
        </pc:spChg>
        <pc:spChg chg="add">
          <ac:chgData name="Ahmed Esawy" userId="3b2d0d45d920ee23" providerId="LiveId" clId="{7698B123-3B9C-41C5-80DD-F90C263C7769}" dt="2025-12-20T20:26:00.933" v="1827" actId="26606"/>
          <ac:spMkLst>
            <pc:docMk/>
            <pc:sldMk cId="3579617463" sldId="259"/>
            <ac:spMk id="25" creationId="{1022CA72-2A63-428F-B586-37BA5AB6D265}"/>
          </ac:spMkLst>
        </pc:spChg>
        <pc:spChg chg="add">
          <ac:chgData name="Ahmed Esawy" userId="3b2d0d45d920ee23" providerId="LiveId" clId="{7698B123-3B9C-41C5-80DD-F90C263C7769}" dt="2025-12-20T20:26:00.933" v="1827" actId="26606"/>
          <ac:spMkLst>
            <pc:docMk/>
            <pc:sldMk cId="3579617463" sldId="259"/>
            <ac:spMk id="26" creationId="{95C8260E-968F-44E8-A823-ABB431311926}"/>
          </ac:spMkLst>
        </pc:spChg>
        <pc:spChg chg="add">
          <ac:chgData name="Ahmed Esawy" userId="3b2d0d45d920ee23" providerId="LiveId" clId="{7698B123-3B9C-41C5-80DD-F90C263C7769}" dt="2025-12-20T20:26:00.933" v="1827" actId="26606"/>
          <ac:spMkLst>
            <pc:docMk/>
            <pc:sldMk cId="3579617463" sldId="259"/>
            <ac:spMk id="27" creationId="{2C1BBA94-3F40-40AA-8BB9-E69E25E537C1}"/>
          </ac:spMkLst>
        </pc:spChg>
        <pc:spChg chg="add">
          <ac:chgData name="Ahmed Esawy" userId="3b2d0d45d920ee23" providerId="LiveId" clId="{7698B123-3B9C-41C5-80DD-F90C263C7769}" dt="2025-12-20T20:26:00.933" v="1827" actId="26606"/>
          <ac:spMkLst>
            <pc:docMk/>
            <pc:sldMk cId="3579617463" sldId="259"/>
            <ac:spMk id="28" creationId="{FE43805F-24A6-46A4-B19B-54F28347355C}"/>
          </ac:spMkLst>
        </pc:spChg>
        <pc:picChg chg="mod ord">
          <ac:chgData name="Ahmed Esawy" userId="3b2d0d45d920ee23" providerId="LiveId" clId="{7698B123-3B9C-41C5-80DD-F90C263C7769}" dt="2025-12-20T20:26:34.585" v="1834" actId="1076"/>
          <ac:picMkLst>
            <pc:docMk/>
            <pc:sldMk cId="3579617463" sldId="259"/>
            <ac:picMk id="3" creationId="{386B833B-0F72-21CD-3E7C-004FA8EBB5B3}"/>
          </ac:picMkLst>
        </pc:picChg>
        <pc:picChg chg="mod">
          <ac:chgData name="Ahmed Esawy" userId="3b2d0d45d920ee23" providerId="LiveId" clId="{7698B123-3B9C-41C5-80DD-F90C263C7769}" dt="2025-12-20T20:26:38.069" v="1835" actId="1076"/>
          <ac:picMkLst>
            <pc:docMk/>
            <pc:sldMk cId="3579617463" sldId="259"/>
            <ac:picMk id="9" creationId="{497B3FB4-D15A-90AD-FE38-E7E987C486F6}"/>
          </ac:picMkLst>
        </pc:picChg>
      </pc:sldChg>
      <pc:sldChg chg="addSp delSp modSp mod">
        <pc:chgData name="Ahmed Esawy" userId="3b2d0d45d920ee23" providerId="LiveId" clId="{7698B123-3B9C-41C5-80DD-F90C263C7769}" dt="2025-12-20T20:36:16.888" v="2282" actId="26606"/>
        <pc:sldMkLst>
          <pc:docMk/>
          <pc:sldMk cId="2778257494" sldId="260"/>
        </pc:sldMkLst>
        <pc:spChg chg="add mod">
          <ac:chgData name="Ahmed Esawy" userId="3b2d0d45d920ee23" providerId="LiveId" clId="{7698B123-3B9C-41C5-80DD-F90C263C7769}" dt="2025-12-20T20:36:16.888" v="2282" actId="26606"/>
          <ac:spMkLst>
            <pc:docMk/>
            <pc:sldMk cId="2778257494" sldId="260"/>
            <ac:spMk id="4" creationId="{54E18FEF-11AE-E8EF-BBC2-ECEF85B6B561}"/>
          </ac:spMkLst>
        </pc:spChg>
        <pc:spChg chg="mod ord">
          <ac:chgData name="Ahmed Esawy" userId="3b2d0d45d920ee23" providerId="LiveId" clId="{7698B123-3B9C-41C5-80DD-F90C263C7769}" dt="2025-12-20T20:36:16.888" v="2282" actId="26606"/>
          <ac:spMkLst>
            <pc:docMk/>
            <pc:sldMk cId="2778257494" sldId="260"/>
            <ac:spMk id="8" creationId="{EBB37771-A520-66A0-92ED-F01D78484127}"/>
          </ac:spMkLst>
        </pc:spChg>
        <pc:spChg chg="add del">
          <ac:chgData name="Ahmed Esawy" userId="3b2d0d45d920ee23" providerId="LiveId" clId="{7698B123-3B9C-41C5-80DD-F90C263C7769}" dt="2025-12-20T20:36:16.888" v="2282" actId="26606"/>
          <ac:spMkLst>
            <pc:docMk/>
            <pc:sldMk cId="2778257494" sldId="260"/>
            <ac:spMk id="66" creationId="{C3420C89-0B09-4632-A4AF-3971D08BF7A8}"/>
          </ac:spMkLst>
        </pc:spChg>
        <pc:spChg chg="add del">
          <ac:chgData name="Ahmed Esawy" userId="3b2d0d45d920ee23" providerId="LiveId" clId="{7698B123-3B9C-41C5-80DD-F90C263C7769}" dt="2025-12-20T20:36:16.888" v="2282" actId="26606"/>
          <ac:spMkLst>
            <pc:docMk/>
            <pc:sldMk cId="2778257494" sldId="260"/>
            <ac:spMk id="67" creationId="{4E5CBA61-BF74-40B4-A3A8-366BBA626CCF}"/>
          </ac:spMkLst>
        </pc:spChg>
        <pc:grpChg chg="add del">
          <ac:chgData name="Ahmed Esawy" userId="3b2d0d45d920ee23" providerId="LiveId" clId="{7698B123-3B9C-41C5-80DD-F90C263C7769}" dt="2025-12-20T20:36:03.355" v="2280" actId="26606"/>
          <ac:grpSpMkLst>
            <pc:docMk/>
            <pc:sldMk cId="2778257494" sldId="260"/>
            <ac:grpSpMk id="68" creationId="{AC27E70C-5470-4262-B9CE-AE52C51CF4C1}"/>
          </ac:grpSpMkLst>
        </pc:grpChg>
        <pc:grpChg chg="add del">
          <ac:chgData name="Ahmed Esawy" userId="3b2d0d45d920ee23" providerId="LiveId" clId="{7698B123-3B9C-41C5-80DD-F90C263C7769}" dt="2025-12-20T20:36:03.355" v="2280" actId="26606"/>
          <ac:grpSpMkLst>
            <pc:docMk/>
            <pc:sldMk cId="2778257494" sldId="260"/>
            <ac:grpSpMk id="70" creationId="{E27AF472-EAE3-4572-AB69-B92BD10DBC6D}"/>
          </ac:grpSpMkLst>
        </pc:grpChg>
        <pc:picChg chg="add del mod ord">
          <ac:chgData name="Ahmed Esawy" userId="3b2d0d45d920ee23" providerId="LiveId" clId="{7698B123-3B9C-41C5-80DD-F90C263C7769}" dt="2025-12-20T20:36:16.888" v="2282" actId="26606"/>
          <ac:picMkLst>
            <pc:docMk/>
            <pc:sldMk cId="2778257494" sldId="260"/>
            <ac:picMk id="3" creationId="{EF58B40E-27E5-8771-9130-1FF6F24E9CDE}"/>
          </ac:picMkLst>
        </pc:picChg>
      </pc:sldChg>
      <pc:sldChg chg="addSp delSp modSp mod setBg">
        <pc:chgData name="Ahmed Esawy" userId="3b2d0d45d920ee23" providerId="LiveId" clId="{7698B123-3B9C-41C5-80DD-F90C263C7769}" dt="2025-12-23T12:40:05.798" v="2406" actId="1076"/>
        <pc:sldMkLst>
          <pc:docMk/>
          <pc:sldMk cId="1136187300" sldId="261"/>
        </pc:sldMkLst>
        <pc:spChg chg="add mod">
          <ac:chgData name="Ahmed Esawy" userId="3b2d0d45d920ee23" providerId="LiveId" clId="{7698B123-3B9C-41C5-80DD-F90C263C7769}" dt="2025-12-20T19:53:10.436" v="657" actId="207"/>
          <ac:spMkLst>
            <pc:docMk/>
            <pc:sldMk cId="1136187300" sldId="261"/>
            <ac:spMk id="2" creationId="{766E174B-AAF6-9424-6A95-C64D07C402DD}"/>
          </ac:spMkLst>
        </pc:spChg>
        <pc:spChg chg="add">
          <ac:chgData name="Ahmed Esawy" userId="3b2d0d45d920ee23" providerId="LiveId" clId="{7698B123-3B9C-41C5-80DD-F90C263C7769}" dt="2025-12-20T19:52:24.378" v="653" actId="26606"/>
          <ac:spMkLst>
            <pc:docMk/>
            <pc:sldMk cId="1136187300" sldId="261"/>
            <ac:spMk id="32" creationId="{2C1BBA94-3F40-40AA-8BB9-E69E25E537C1}"/>
          </ac:spMkLst>
        </pc:spChg>
        <pc:spChg chg="add">
          <ac:chgData name="Ahmed Esawy" userId="3b2d0d45d920ee23" providerId="LiveId" clId="{7698B123-3B9C-41C5-80DD-F90C263C7769}" dt="2025-12-20T19:52:24.378" v="653" actId="26606"/>
          <ac:spMkLst>
            <pc:docMk/>
            <pc:sldMk cId="1136187300" sldId="261"/>
            <ac:spMk id="37" creationId="{DBC6133C-0615-4CE4-9132-37E609A9BDFA}"/>
          </ac:spMkLst>
        </pc:spChg>
        <pc:spChg chg="add">
          <ac:chgData name="Ahmed Esawy" userId="3b2d0d45d920ee23" providerId="LiveId" clId="{7698B123-3B9C-41C5-80DD-F90C263C7769}" dt="2025-12-20T19:52:24.378" v="653" actId="26606"/>
          <ac:spMkLst>
            <pc:docMk/>
            <pc:sldMk cId="1136187300" sldId="261"/>
            <ac:spMk id="38" creationId="{169CC832-2974-4E8D-90ED-3E2941BA7336}"/>
          </ac:spMkLst>
        </pc:spChg>
        <pc:spChg chg="add">
          <ac:chgData name="Ahmed Esawy" userId="3b2d0d45d920ee23" providerId="LiveId" clId="{7698B123-3B9C-41C5-80DD-F90C263C7769}" dt="2025-12-20T19:52:24.378" v="653" actId="26606"/>
          <ac:spMkLst>
            <pc:docMk/>
            <pc:sldMk cId="1136187300" sldId="261"/>
            <ac:spMk id="39" creationId="{55222F96-971A-4F90-B841-6BAB416C7AC1}"/>
          </ac:spMkLst>
        </pc:spChg>
        <pc:spChg chg="add">
          <ac:chgData name="Ahmed Esawy" userId="3b2d0d45d920ee23" providerId="LiveId" clId="{7698B123-3B9C-41C5-80DD-F90C263C7769}" dt="2025-12-20T19:52:24.378" v="653" actId="26606"/>
          <ac:spMkLst>
            <pc:docMk/>
            <pc:sldMk cId="1136187300" sldId="261"/>
            <ac:spMk id="40" creationId="{08980754-6F4B-43C9-B9BE-127B6BED6586}"/>
          </ac:spMkLst>
        </pc:spChg>
        <pc:picChg chg="mod ord">
          <ac:chgData name="Ahmed Esawy" userId="3b2d0d45d920ee23" providerId="LiveId" clId="{7698B123-3B9C-41C5-80DD-F90C263C7769}" dt="2025-12-23T12:40:05.798" v="2406" actId="1076"/>
          <ac:picMkLst>
            <pc:docMk/>
            <pc:sldMk cId="1136187300" sldId="261"/>
            <ac:picMk id="19" creationId="{801E039F-A27E-C4F8-7959-C2A0253D0F52}"/>
          </ac:picMkLst>
        </pc:picChg>
      </pc:sldChg>
      <pc:sldChg chg="del">
        <pc:chgData name="Ahmed Esawy" userId="3b2d0d45d920ee23" providerId="LiveId" clId="{7698B123-3B9C-41C5-80DD-F90C263C7769}" dt="2025-12-20T20:09:59.850" v="1214" actId="47"/>
        <pc:sldMkLst>
          <pc:docMk/>
          <pc:sldMk cId="3914456043" sldId="262"/>
        </pc:sldMkLst>
      </pc:sldChg>
      <pc:sldChg chg="addSp delSp modSp mod">
        <pc:chgData name="Ahmed Esawy" userId="3b2d0d45d920ee23" providerId="LiveId" clId="{7698B123-3B9C-41C5-80DD-F90C263C7769}" dt="2025-12-20T19:37:55.983" v="469" actId="255"/>
        <pc:sldMkLst>
          <pc:docMk/>
          <pc:sldMk cId="3631161505" sldId="264"/>
        </pc:sldMkLst>
        <pc:spChg chg="add mod ord">
          <ac:chgData name="Ahmed Esawy" userId="3b2d0d45d920ee23" providerId="LiveId" clId="{7698B123-3B9C-41C5-80DD-F90C263C7769}" dt="2025-12-20T19:37:55.983" v="469" actId="255"/>
          <ac:spMkLst>
            <pc:docMk/>
            <pc:sldMk cId="3631161505" sldId="264"/>
            <ac:spMk id="3" creationId="{A3E52103-E41E-9576-8540-2ECBB5BE1B85}"/>
          </ac:spMkLst>
        </pc:spChg>
        <pc:spChg chg="mod">
          <ac:chgData name="Ahmed Esawy" userId="3b2d0d45d920ee23" providerId="LiveId" clId="{7698B123-3B9C-41C5-80DD-F90C263C7769}" dt="2025-12-20T19:28:54.709" v="48" actId="26606"/>
          <ac:spMkLst>
            <pc:docMk/>
            <pc:sldMk cId="3631161505" sldId="264"/>
            <ac:spMk id="7" creationId="{22554578-56B8-64C4-48C3-A123FF60A337}"/>
          </ac:spMkLst>
        </pc:spChg>
        <pc:spChg chg="add mod">
          <ac:chgData name="Ahmed Esawy" userId="3b2d0d45d920ee23" providerId="LiveId" clId="{7698B123-3B9C-41C5-80DD-F90C263C7769}" dt="2025-12-20T19:35:39.556" v="405" actId="207"/>
          <ac:spMkLst>
            <pc:docMk/>
            <pc:sldMk cId="3631161505" sldId="264"/>
            <ac:spMk id="8" creationId="{64E965E2-07AE-A682-1E7F-00A5CFF78066}"/>
          </ac:spMkLst>
        </pc:spChg>
        <pc:spChg chg="add">
          <ac:chgData name="Ahmed Esawy" userId="3b2d0d45d920ee23" providerId="LiveId" clId="{7698B123-3B9C-41C5-80DD-F90C263C7769}" dt="2025-12-20T19:28:54.709" v="48" actId="26606"/>
          <ac:spMkLst>
            <pc:docMk/>
            <pc:sldMk cId="3631161505" sldId="264"/>
            <ac:spMk id="154" creationId="{53B475F8-50AE-46A0-9943-B2B63183D50C}"/>
          </ac:spMkLst>
        </pc:spChg>
        <pc:spChg chg="add">
          <ac:chgData name="Ahmed Esawy" userId="3b2d0d45d920ee23" providerId="LiveId" clId="{7698B123-3B9C-41C5-80DD-F90C263C7769}" dt="2025-12-20T19:28:54.709" v="48" actId="26606"/>
          <ac:spMkLst>
            <pc:docMk/>
            <pc:sldMk cId="3631161505" sldId="264"/>
            <ac:spMk id="155" creationId="{75F6FDB4-2351-48C2-A863-2364A02343C0}"/>
          </ac:spMkLst>
        </pc:spChg>
        <pc:picChg chg="mod">
          <ac:chgData name="Ahmed Esawy" userId="3b2d0d45d920ee23" providerId="LiveId" clId="{7698B123-3B9C-41C5-80DD-F90C263C7769}" dt="2025-12-20T19:29:32.410" v="63" actId="1076"/>
          <ac:picMkLst>
            <pc:docMk/>
            <pc:sldMk cId="3631161505" sldId="264"/>
            <ac:picMk id="17" creationId="{5C7C8BE6-D6F8-6F84-F9A1-C1ADBAA19D9E}"/>
          </ac:picMkLst>
        </pc:picChg>
        <pc:picChg chg="mod ord">
          <ac:chgData name="Ahmed Esawy" userId="3b2d0d45d920ee23" providerId="LiveId" clId="{7698B123-3B9C-41C5-80DD-F90C263C7769}" dt="2025-12-20T19:29:02.503" v="50" actId="14100"/>
          <ac:picMkLst>
            <pc:docMk/>
            <pc:sldMk cId="3631161505" sldId="264"/>
            <ac:picMk id="39" creationId="{6FA49102-8CE5-4412-1A89-15E946CDB982}"/>
          </ac:picMkLst>
        </pc:picChg>
        <pc:picChg chg="mod ord">
          <ac:chgData name="Ahmed Esawy" userId="3b2d0d45d920ee23" providerId="LiveId" clId="{7698B123-3B9C-41C5-80DD-F90C263C7769}" dt="2025-12-20T19:29:28.690" v="62" actId="14100"/>
          <ac:picMkLst>
            <pc:docMk/>
            <pc:sldMk cId="3631161505" sldId="264"/>
            <ac:picMk id="52" creationId="{62A61CD7-0A19-0F17-C02A-DC801C2747DB}"/>
          </ac:picMkLst>
        </pc:picChg>
      </pc:sldChg>
      <pc:sldChg chg="addSp delSp modSp del mod setBg setClrOvrMap">
        <pc:chgData name="Ahmed Esawy" userId="3b2d0d45d920ee23" providerId="LiveId" clId="{7698B123-3B9C-41C5-80DD-F90C263C7769}" dt="2025-12-20T20:09:38.707" v="1213" actId="47"/>
        <pc:sldMkLst>
          <pc:docMk/>
          <pc:sldMk cId="1502889813" sldId="265"/>
        </pc:sldMkLst>
      </pc:sldChg>
      <pc:sldChg chg="addSp delSp modSp mod setBg">
        <pc:chgData name="Ahmed Esawy" userId="3b2d0d45d920ee23" providerId="LiveId" clId="{7698B123-3B9C-41C5-80DD-F90C263C7769}" dt="2025-12-20T20:24:49.505" v="1811" actId="20577"/>
        <pc:sldMkLst>
          <pc:docMk/>
          <pc:sldMk cId="4239420580" sldId="266"/>
        </pc:sldMkLst>
        <pc:spChg chg="add mod ord">
          <ac:chgData name="Ahmed Esawy" userId="3b2d0d45d920ee23" providerId="LiveId" clId="{7698B123-3B9C-41C5-80DD-F90C263C7769}" dt="2025-12-20T20:24:49.505" v="1811" actId="20577"/>
          <ac:spMkLst>
            <pc:docMk/>
            <pc:sldMk cId="4239420580" sldId="266"/>
            <ac:spMk id="5" creationId="{4AC4F9F7-82E4-8571-3768-763E04FA7BB5}"/>
          </ac:spMkLst>
        </pc:spChg>
        <pc:spChg chg="add">
          <ac:chgData name="Ahmed Esawy" userId="3b2d0d45d920ee23" providerId="LiveId" clId="{7698B123-3B9C-41C5-80DD-F90C263C7769}" dt="2025-12-20T20:14:32.156" v="1276" actId="26606"/>
          <ac:spMkLst>
            <pc:docMk/>
            <pc:sldMk cId="4239420580" sldId="266"/>
            <ac:spMk id="142" creationId="{6D22FA1E-E02A-4FC5-BBA6-577D6DA0C8C8}"/>
          </ac:spMkLst>
        </pc:spChg>
        <pc:spChg chg="add">
          <ac:chgData name="Ahmed Esawy" userId="3b2d0d45d920ee23" providerId="LiveId" clId="{7698B123-3B9C-41C5-80DD-F90C263C7769}" dt="2025-12-20T20:14:32.156" v="1276" actId="26606"/>
          <ac:spMkLst>
            <pc:docMk/>
            <pc:sldMk cId="4239420580" sldId="266"/>
            <ac:spMk id="143" creationId="{05D27520-F270-4F3D-A46E-76A337B6E167}"/>
          </ac:spMkLst>
        </pc:spChg>
        <pc:picChg chg="mod ord">
          <ac:chgData name="Ahmed Esawy" userId="3b2d0d45d920ee23" providerId="LiveId" clId="{7698B123-3B9C-41C5-80DD-F90C263C7769}" dt="2025-12-20T20:14:42.543" v="1277" actId="1076"/>
          <ac:picMkLst>
            <pc:docMk/>
            <pc:sldMk cId="4239420580" sldId="266"/>
            <ac:picMk id="3" creationId="{EE101862-9EC0-D38A-0AF7-D2DDCF7F2EBF}"/>
          </ac:picMkLst>
        </pc:picChg>
        <pc:picChg chg="mod ord">
          <ac:chgData name="Ahmed Esawy" userId="3b2d0d45d920ee23" providerId="LiveId" clId="{7698B123-3B9C-41C5-80DD-F90C263C7769}" dt="2025-12-20T20:14:32.156" v="1276" actId="26606"/>
          <ac:picMkLst>
            <pc:docMk/>
            <pc:sldMk cId="4239420580" sldId="266"/>
            <ac:picMk id="9" creationId="{E2AD448B-8415-4E69-4E2F-3DC1EA12F43B}"/>
          </ac:picMkLst>
        </pc:picChg>
        <pc:picChg chg="mod ord">
          <ac:chgData name="Ahmed Esawy" userId="3b2d0d45d920ee23" providerId="LiveId" clId="{7698B123-3B9C-41C5-80DD-F90C263C7769}" dt="2025-12-20T20:14:32.156" v="1276" actId="26606"/>
          <ac:picMkLst>
            <pc:docMk/>
            <pc:sldMk cId="4239420580" sldId="266"/>
            <ac:picMk id="13" creationId="{080F3B70-08E1-47CD-8E0E-FC79EC7F982B}"/>
          </ac:picMkLst>
        </pc:picChg>
      </pc:sldChg>
      <pc:sldChg chg="addSp delSp modSp mod setBg">
        <pc:chgData name="Ahmed Esawy" userId="3b2d0d45d920ee23" providerId="LiveId" clId="{7698B123-3B9C-41C5-80DD-F90C263C7769}" dt="2025-12-20T19:56:44.380" v="672" actId="207"/>
        <pc:sldMkLst>
          <pc:docMk/>
          <pc:sldMk cId="2746025336" sldId="267"/>
        </pc:sldMkLst>
        <pc:spChg chg="add mod">
          <ac:chgData name="Ahmed Esawy" userId="3b2d0d45d920ee23" providerId="LiveId" clId="{7698B123-3B9C-41C5-80DD-F90C263C7769}" dt="2025-12-20T19:56:44.380" v="672" actId="207"/>
          <ac:spMkLst>
            <pc:docMk/>
            <pc:sldMk cId="2746025336" sldId="267"/>
            <ac:spMk id="2" creationId="{C2AC2ECE-0815-60B6-78EE-9DC0EED33F32}"/>
          </ac:spMkLst>
        </pc:spChg>
        <pc:spChg chg="add">
          <ac:chgData name="Ahmed Esawy" userId="3b2d0d45d920ee23" providerId="LiveId" clId="{7698B123-3B9C-41C5-80DD-F90C263C7769}" dt="2025-12-20T19:56:34.914" v="671" actId="26606"/>
          <ac:spMkLst>
            <pc:docMk/>
            <pc:sldMk cId="2746025336" sldId="267"/>
            <ac:spMk id="25" creationId="{DBC6133C-0615-4CE4-9132-37E609A9BDFA}"/>
          </ac:spMkLst>
        </pc:spChg>
        <pc:spChg chg="add">
          <ac:chgData name="Ahmed Esawy" userId="3b2d0d45d920ee23" providerId="LiveId" clId="{7698B123-3B9C-41C5-80DD-F90C263C7769}" dt="2025-12-20T19:56:34.914" v="671" actId="26606"/>
          <ac:spMkLst>
            <pc:docMk/>
            <pc:sldMk cId="2746025336" sldId="267"/>
            <ac:spMk id="26" creationId="{169CC832-2974-4E8D-90ED-3E2941BA7336}"/>
          </ac:spMkLst>
        </pc:spChg>
        <pc:spChg chg="add">
          <ac:chgData name="Ahmed Esawy" userId="3b2d0d45d920ee23" providerId="LiveId" clId="{7698B123-3B9C-41C5-80DD-F90C263C7769}" dt="2025-12-20T19:56:34.914" v="671" actId="26606"/>
          <ac:spMkLst>
            <pc:docMk/>
            <pc:sldMk cId="2746025336" sldId="267"/>
            <ac:spMk id="27" creationId="{55222F96-971A-4F90-B841-6BAB416C7AC1}"/>
          </ac:spMkLst>
        </pc:spChg>
        <pc:spChg chg="add">
          <ac:chgData name="Ahmed Esawy" userId="3b2d0d45d920ee23" providerId="LiveId" clId="{7698B123-3B9C-41C5-80DD-F90C263C7769}" dt="2025-12-20T19:56:34.914" v="671" actId="26606"/>
          <ac:spMkLst>
            <pc:docMk/>
            <pc:sldMk cId="2746025336" sldId="267"/>
            <ac:spMk id="28" creationId="{08980754-6F4B-43C9-B9BE-127B6BED6586}"/>
          </ac:spMkLst>
        </pc:spChg>
        <pc:spChg chg="add">
          <ac:chgData name="Ahmed Esawy" userId="3b2d0d45d920ee23" providerId="LiveId" clId="{7698B123-3B9C-41C5-80DD-F90C263C7769}" dt="2025-12-20T19:56:34.914" v="671" actId="26606"/>
          <ac:spMkLst>
            <pc:docMk/>
            <pc:sldMk cId="2746025336" sldId="267"/>
            <ac:spMk id="29" creationId="{2C1BBA94-3F40-40AA-8BB9-E69E25E537C1}"/>
          </ac:spMkLst>
        </pc:spChg>
        <pc:picChg chg="mod ord">
          <ac:chgData name="Ahmed Esawy" userId="3b2d0d45d920ee23" providerId="LiveId" clId="{7698B123-3B9C-41C5-80DD-F90C263C7769}" dt="2025-12-20T19:56:34.914" v="671" actId="26606"/>
          <ac:picMkLst>
            <pc:docMk/>
            <pc:sldMk cId="2746025336" sldId="267"/>
            <ac:picMk id="3" creationId="{F14C2236-4F95-322A-AE3A-F54F635D75F1}"/>
          </ac:picMkLst>
        </pc:picChg>
      </pc:sldChg>
      <pc:sldChg chg="addSp delSp modSp add mod ord setBg delDesignElem">
        <pc:chgData name="Ahmed Esawy" userId="3b2d0d45d920ee23" providerId="LiveId" clId="{7698B123-3B9C-41C5-80DD-F90C263C7769}" dt="2025-12-20T20:09:15.916" v="1212" actId="207"/>
        <pc:sldMkLst>
          <pc:docMk/>
          <pc:sldMk cId="1820084953" sldId="268"/>
        </pc:sldMkLst>
        <pc:spChg chg="mod">
          <ac:chgData name="Ahmed Esawy" userId="3b2d0d45d920ee23" providerId="LiveId" clId="{7698B123-3B9C-41C5-80DD-F90C263C7769}" dt="2025-12-20T20:09:15.916" v="1212" actId="207"/>
          <ac:spMkLst>
            <pc:docMk/>
            <pc:sldMk cId="1820084953" sldId="268"/>
            <ac:spMk id="2" creationId="{75371C14-672C-AA5F-9522-68B5FA25E5A0}"/>
          </ac:spMkLst>
        </pc:spChg>
        <pc:spChg chg="add">
          <ac:chgData name="Ahmed Esawy" userId="3b2d0d45d920ee23" providerId="LiveId" clId="{7698B123-3B9C-41C5-80DD-F90C263C7769}" dt="2025-12-20T20:07:43.008" v="1143" actId="26606"/>
          <ac:spMkLst>
            <pc:docMk/>
            <pc:sldMk cId="1820084953" sldId="268"/>
            <ac:spMk id="18" creationId="{55222F96-971A-4F90-B841-6BAB416C7AC1}"/>
          </ac:spMkLst>
        </pc:spChg>
        <pc:spChg chg="add">
          <ac:chgData name="Ahmed Esawy" userId="3b2d0d45d920ee23" providerId="LiveId" clId="{7698B123-3B9C-41C5-80DD-F90C263C7769}" dt="2025-12-20T20:07:43.008" v="1143" actId="26606"/>
          <ac:spMkLst>
            <pc:docMk/>
            <pc:sldMk cId="1820084953" sldId="268"/>
            <ac:spMk id="19" creationId="{08980754-6F4B-43C9-B9BE-127B6BED6586}"/>
          </ac:spMkLst>
        </pc:spChg>
        <pc:spChg chg="add">
          <ac:chgData name="Ahmed Esawy" userId="3b2d0d45d920ee23" providerId="LiveId" clId="{7698B123-3B9C-41C5-80DD-F90C263C7769}" dt="2025-12-20T20:07:43.008" v="1143" actId="26606"/>
          <ac:spMkLst>
            <pc:docMk/>
            <pc:sldMk cId="1820084953" sldId="268"/>
            <ac:spMk id="20" creationId="{2C1BBA94-3F40-40AA-8BB9-E69E25E537C1}"/>
          </ac:spMkLst>
        </pc:spChg>
        <pc:spChg chg="add">
          <ac:chgData name="Ahmed Esawy" userId="3b2d0d45d920ee23" providerId="LiveId" clId="{7698B123-3B9C-41C5-80DD-F90C263C7769}" dt="2025-12-20T20:07:43.008" v="1143" actId="26606"/>
          <ac:spMkLst>
            <pc:docMk/>
            <pc:sldMk cId="1820084953" sldId="268"/>
            <ac:spMk id="21" creationId="{DBC6133C-0615-4CE4-9132-37E609A9BDFA}"/>
          </ac:spMkLst>
        </pc:spChg>
        <pc:spChg chg="add">
          <ac:chgData name="Ahmed Esawy" userId="3b2d0d45d920ee23" providerId="LiveId" clId="{7698B123-3B9C-41C5-80DD-F90C263C7769}" dt="2025-12-20T20:07:43.008" v="1143" actId="26606"/>
          <ac:spMkLst>
            <pc:docMk/>
            <pc:sldMk cId="1820084953" sldId="268"/>
            <ac:spMk id="23" creationId="{169CC832-2974-4E8D-90ED-3E2941BA7336}"/>
          </ac:spMkLst>
        </pc:spChg>
        <pc:picChg chg="add mod">
          <ac:chgData name="Ahmed Esawy" userId="3b2d0d45d920ee23" providerId="LiveId" clId="{7698B123-3B9C-41C5-80DD-F90C263C7769}" dt="2025-12-20T20:07:41.077" v="1142" actId="14100"/>
          <ac:picMkLst>
            <pc:docMk/>
            <pc:sldMk cId="1820084953" sldId="268"/>
            <ac:picMk id="5" creationId="{B69FF03F-05ED-88F1-8B64-9A59889A6078}"/>
          </ac:picMkLst>
        </pc:picChg>
      </pc:sldChg>
      <pc:sldChg chg="addSp delSp modSp new mod setBg">
        <pc:chgData name="Ahmed Esawy" userId="3b2d0d45d920ee23" providerId="LiveId" clId="{7698B123-3B9C-41C5-80DD-F90C263C7769}" dt="2025-12-20T20:41:07.486" v="2404" actId="26606"/>
        <pc:sldMkLst>
          <pc:docMk/>
          <pc:sldMk cId="3622757762" sldId="269"/>
        </pc:sldMkLst>
        <pc:spChg chg="add del mod">
          <ac:chgData name="Ahmed Esawy" userId="3b2d0d45d920ee23" providerId="LiveId" clId="{7698B123-3B9C-41C5-80DD-F90C263C7769}" dt="2025-12-20T20:41:07.486" v="2404" actId="26606"/>
          <ac:spMkLst>
            <pc:docMk/>
            <pc:sldMk cId="3622757762" sldId="269"/>
            <ac:spMk id="2" creationId="{59D1FE34-F075-66F1-7ECD-D6BB96BD592B}"/>
          </ac:spMkLst>
        </pc:spChg>
        <pc:spChg chg="mod">
          <ac:chgData name="Ahmed Esawy" userId="3b2d0d45d920ee23" providerId="LiveId" clId="{7698B123-3B9C-41C5-80DD-F90C263C7769}" dt="2025-12-20T20:41:07.486" v="2404" actId="26606"/>
          <ac:spMkLst>
            <pc:docMk/>
            <pc:sldMk cId="3622757762" sldId="269"/>
            <ac:spMk id="3" creationId="{B3D04A92-34FC-1FE8-8EE0-C2410573798C}"/>
          </ac:spMkLst>
        </pc:spChg>
        <pc:spChg chg="add">
          <ac:chgData name="Ahmed Esawy" userId="3b2d0d45d920ee23" providerId="LiveId" clId="{7698B123-3B9C-41C5-80DD-F90C263C7769}" dt="2025-12-20T20:41:07.486" v="2404" actId="26606"/>
          <ac:spMkLst>
            <pc:docMk/>
            <pc:sldMk cId="3622757762" sldId="269"/>
            <ac:spMk id="22" creationId="{A3363022-C969-41E9-8EB2-E4C94908C1FA}"/>
          </ac:spMkLst>
        </pc:spChg>
        <pc:spChg chg="add">
          <ac:chgData name="Ahmed Esawy" userId="3b2d0d45d920ee23" providerId="LiveId" clId="{7698B123-3B9C-41C5-80DD-F90C263C7769}" dt="2025-12-20T20:41:07.486" v="2404" actId="26606"/>
          <ac:spMkLst>
            <pc:docMk/>
            <pc:sldMk cId="3622757762" sldId="269"/>
            <ac:spMk id="24" creationId="{8D1AD6B3-BE88-4CEB-BA17-790657CC4729}"/>
          </ac:spMkLst>
        </pc:spChg>
        <pc:grpChg chg="add">
          <ac:chgData name="Ahmed Esawy" userId="3b2d0d45d920ee23" providerId="LiveId" clId="{7698B123-3B9C-41C5-80DD-F90C263C7769}" dt="2025-12-20T20:41:07.486" v="2404" actId="26606"/>
          <ac:grpSpMkLst>
            <pc:docMk/>
            <pc:sldMk cId="3622757762" sldId="269"/>
            <ac:grpSpMk id="26" creationId="{89D1390B-7E13-4B4F-9CB2-391063412E54}"/>
          </ac:grpSpMkLst>
        </pc:grpChg>
        <pc:picChg chg="add">
          <ac:chgData name="Ahmed Esawy" userId="3b2d0d45d920ee23" providerId="LiveId" clId="{7698B123-3B9C-41C5-80DD-F90C263C7769}" dt="2025-12-20T20:41:07.486" v="2404" actId="26606"/>
          <ac:picMkLst>
            <pc:docMk/>
            <pc:sldMk cId="3622757762" sldId="269"/>
            <ac:picMk id="19" creationId="{6695A3B9-83EB-5CD0-2C3F-EADB932491C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64E3-BB7B-8B6B-6622-5292DFDC1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63B53-DF37-3EBF-BCBA-C4257B2E4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BF7C9-E960-C098-94FA-38D209EBE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FB820-1C50-2B4A-6CFF-99344D05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13FC-7631-58EC-7166-AA715083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5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F542-4E95-57AC-4A31-020614D7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A8C7C-C109-FFC8-C00C-B85B17214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FB2AD-566F-321C-02A2-69EAC6495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F5F10-380B-A2C0-DDEE-CB4A9069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6EBB4-CA29-291F-6A80-F1D0BB8A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A754C-BF86-45E4-70D7-19B66C8D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3046E-5183-E60A-0D1B-ACFDB372D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2B0D8-3167-DD03-B36C-3CEAA84B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6AB71-82F9-6794-93FB-2D7486A59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056C8-AB96-6D60-7741-5CAC3DF0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2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5112-DDF9-2E9E-F996-7585D651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C93DD-C487-E096-C13C-90AAF058F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6BB67-AE22-9FFF-72B7-2F0034192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F1D51-13C5-2A3F-97B3-16757414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C0912-A0CC-031E-6965-67C68CB3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C4290-F64E-BF4B-F614-E270783D6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C521-3A30-C60C-7D98-07D0890C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671FF-4EC0-0AF8-DCD6-9E35D5933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777F2-36EF-A087-1AD7-1401EF81A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85A32B-E4A7-3D2E-A518-B01C1C465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2DB31-31C4-D313-AC6B-6A97026B5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17B8D2-CBBF-B65F-2704-E8B07356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0CF71A-469D-D8D1-49F3-4AF7F8D9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37B2F-A8A6-E3EA-BE82-36B07A89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0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6060-99AF-1663-8039-B0122CC3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4A552-98F3-E43D-3436-C888AD29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1ED4C-AE5E-64D3-DDA9-5EDA0270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80E47-BC37-F2DE-5FDC-30505466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9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DFE85-66F3-567B-A209-D0E8FCD4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46820-D559-0A40-2F09-B4BEB767D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860F3-650E-7359-4E5E-7CB8E977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21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1050-D278-DF30-B3D0-89CF9FD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4065C-F5E8-963F-149F-B7E2776F6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45D1D-10E3-87DB-EB45-B9F32E1A8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9622A-53EF-F197-6CFD-1983E93D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697F3-CBA5-36F8-1358-2803C0056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714BA-ADEB-B9D2-EE7D-18EF02C4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0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2ACA-CB41-1177-65AD-7614B26B2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F01219-E12F-087D-BDE8-674CC42B2C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7F4D4-5607-6A2A-9993-8103E6326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A4ECD-827F-0F28-1875-209735DF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10FF3-AE69-C8A0-1712-524815B1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DBA02-43E3-2F22-E917-D7695BBB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99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5EE3-5519-A2A8-8245-AE95A560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E9719-397C-690D-6143-BCBFECB3C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F8B6B-BA95-25C0-0C0A-41CFE8B7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C4E76-86C9-DB96-1BDF-D843A2C15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1E1ED-41E9-81D2-5792-417B03CC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E7B48B-17C6-343B-8ECB-A02029464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53FC7-B847-74A6-F270-4EF18C92E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EBC05-65F1-7897-49E7-E7874BC1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86234-F1C6-DA1D-8359-829A9BC8A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142E4-E59C-D516-8372-5920135F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B1555-424B-478A-5B9C-0855DC2E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1250C-8064-89E3-2BA9-F1A42F957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BE021-79ED-0D09-2495-BA097ABEC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04424-6A4B-4308-AC3D-3EB40E35550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02814-29C5-0965-D3BF-9275AC144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8456-CA5D-62A0-1068-0749DDFB5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EC7A2-F795-4A02-8EA4-3764B4E0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1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Bank">
            <a:extLst>
              <a:ext uri="{FF2B5EF4-FFF2-40B4-BE49-F238E27FC236}">
                <a16:creationId xmlns:a16="http://schemas.microsoft.com/office/drawing/2014/main" id="{87F10ADD-7D55-CD41-8B52-699D1C28D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C7C6C-52FE-33E2-5598-1D3A4BB4C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l"/>
            <a:r>
              <a:rPr lang="en-US" sz="6600">
                <a:solidFill>
                  <a:srgbClr val="FFFFFF"/>
                </a:solidFill>
              </a:rPr>
              <a:t>National Bank of Egypt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FEAA7-504C-C900-279C-286A64C08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2061" y="4312561"/>
            <a:ext cx="5649349" cy="1687815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Improve the design of alahly’s bank web page</a:t>
            </a:r>
          </a:p>
        </p:txBody>
      </p:sp>
      <p:sp>
        <p:nvSpPr>
          <p:cNvPr id="77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20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F13B5-FB09-E1EA-CACA-AE8B9330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53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2554578-56B8-64C4-48C3-A123FF60A337}"/>
              </a:ext>
            </a:extLst>
          </p:cNvPr>
          <p:cNvSpPr/>
          <p:nvPr/>
        </p:nvSpPr>
        <p:spPr>
          <a:xfrm>
            <a:off x="612648" y="365125"/>
            <a:ext cx="6986015" cy="17764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Old Design</a:t>
            </a:r>
          </a:p>
        </p:txBody>
      </p:sp>
      <p:pic>
        <p:nvPicPr>
          <p:cNvPr id="39" name="Picture 38" descr="A group of people standing in a line&#10;&#10;AI-generated content may be incorrect.">
            <a:extLst>
              <a:ext uri="{FF2B5EF4-FFF2-40B4-BE49-F238E27FC236}">
                <a16:creationId xmlns:a16="http://schemas.microsoft.com/office/drawing/2014/main" id="{6FA49102-8CE5-4412-1A89-15E946CDB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97" y="407977"/>
            <a:ext cx="4576148" cy="1776483"/>
          </a:xfrm>
          <a:prstGeom prst="rect">
            <a:avLst/>
          </a:prstGeom>
        </p:spPr>
      </p:pic>
      <p:sp>
        <p:nvSpPr>
          <p:cNvPr id="155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2103-E41E-9576-8540-2ECBB5BE1B85}"/>
              </a:ext>
            </a:extLst>
          </p:cNvPr>
          <p:cNvSpPr txBox="1"/>
          <p:nvPr/>
        </p:nvSpPr>
        <p:spPr>
          <a:xfrm>
            <a:off x="280556" y="4037793"/>
            <a:ext cx="6531730" cy="2561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E6666"/>
                </a:solidFill>
              </a:rPr>
              <a:t>The gradient background color at header and green title not good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E6666"/>
                </a:solidFill>
              </a:rPr>
              <a:t>The orange color and green icons in quick services and footer it is not comfortable for eyes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E6666"/>
                </a:solidFill>
              </a:rPr>
              <a:t>NBE Digital services the text is small and color green not good and not exist a border separate each service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E6666"/>
                </a:solidFill>
              </a:rPr>
              <a:t>Exist more links at footer it maybe distract</a:t>
            </a:r>
          </a:p>
        </p:txBody>
      </p:sp>
      <p:pic>
        <p:nvPicPr>
          <p:cNvPr id="52" name="Picture 51" descr="A person reading a magazine&#10;&#10;AI-generated content may be incorrect.">
            <a:extLst>
              <a:ext uri="{FF2B5EF4-FFF2-40B4-BE49-F238E27FC236}">
                <a16:creationId xmlns:a16="http://schemas.microsoft.com/office/drawing/2014/main" id="{62A61CD7-0A19-0F17-C02A-DC801C274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97" y="4711708"/>
            <a:ext cx="4576147" cy="2022895"/>
          </a:xfrm>
          <a:prstGeom prst="rect">
            <a:avLst/>
          </a:prstGeom>
        </p:spPr>
      </p:pic>
      <p:pic>
        <p:nvPicPr>
          <p:cNvPr id="17" name="Picture 16" descr="A screenshot of a website&#10;&#10;AI-generated content may be incorrect.">
            <a:extLst>
              <a:ext uri="{FF2B5EF4-FFF2-40B4-BE49-F238E27FC236}">
                <a16:creationId xmlns:a16="http://schemas.microsoft.com/office/drawing/2014/main" id="{5C7C8BE6-D6F8-6F84-F9A1-C1ADBAA19D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96" y="2412760"/>
            <a:ext cx="4576147" cy="20324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E965E2-07AE-A682-1E7F-00A5CFF78066}"/>
              </a:ext>
            </a:extLst>
          </p:cNvPr>
          <p:cNvSpPr txBox="1"/>
          <p:nvPr/>
        </p:nvSpPr>
        <p:spPr>
          <a:xfrm>
            <a:off x="280557" y="2584824"/>
            <a:ext cx="6097554" cy="120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i="1" dirty="0"/>
              <a:t>the old design often lacked immediate visual  appeal and could be overwhelming for new users. Our goal was to streamline, simplify, and elevate the overall aesthetic</a:t>
            </a:r>
          </a:p>
        </p:txBody>
      </p:sp>
    </p:spTree>
    <p:extLst>
      <p:ext uri="{BB962C8B-B14F-4D97-AF65-F5344CB8AC3E}">
        <p14:creationId xmlns:p14="http://schemas.microsoft.com/office/powerpoint/2010/main" val="363116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754AB-4E0E-8CE6-0A0D-A5B6C8F4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69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EF58B40E-27E5-8771-9130-1FF6F24E9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326" y="841249"/>
            <a:ext cx="2892931" cy="4951475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8" name="Text 6">
            <a:extLst>
              <a:ext uri="{FF2B5EF4-FFF2-40B4-BE49-F238E27FC236}">
                <a16:creationId xmlns:a16="http://schemas.microsoft.com/office/drawing/2014/main" id="{EBB37771-A520-66A0-92ED-F01D78484127}"/>
              </a:ext>
            </a:extLst>
          </p:cNvPr>
          <p:cNvSpPr/>
          <p:nvPr/>
        </p:nvSpPr>
        <p:spPr>
          <a:xfrm>
            <a:off x="786384" y="841249"/>
            <a:ext cx="5692953" cy="25871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New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18FEF-11AE-E8EF-BBC2-ECEF85B6B561}"/>
              </a:ext>
            </a:extLst>
          </p:cNvPr>
          <p:cNvSpPr txBox="1"/>
          <p:nvPr/>
        </p:nvSpPr>
        <p:spPr>
          <a:xfrm>
            <a:off x="786383" y="3566810"/>
            <a:ext cx="5692953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6E6666"/>
                </a:solidFill>
              </a:rPr>
              <a:t>Our new design prioritizes clarity, intuitive navigation, and a modern aesthetic to create a more engaging and efficient user experience.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>
              <a:solidFill>
                <a:srgbClr val="6E6666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6E6666"/>
                </a:solidFill>
              </a:rPr>
              <a:t>This new approach is built on principles of clean typography, ample white space, and a cohesive color palette, leading to a visually appealing and easy-to-understand interface.</a:t>
            </a:r>
            <a:endParaRPr lang="en-US" dirty="0">
              <a:solidFill>
                <a:srgbClr val="6E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25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A1B99-76E7-2DCE-3A67-895DE802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371C14-672C-AA5F-9522-68B5FA25E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header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 layout is cleaner and more balanced.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 is clearer and easier to read (better typography).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spacing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 is more organized, so the page feels modern.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Colors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 match better and feel less crowded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Icons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 is simple and modern and match with design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B69FF03F-05ED-88F1-8B64-9A59889A6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736720"/>
            <a:ext cx="5628018" cy="315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8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F6B03-3710-225A-C525-05A4171B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6E174B-AAF6-9424-6A95-C64D07C40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Cleaner &amp; more modern: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Card-based layout with clear spacing is easier on the eye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Better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scanability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Users quickly understand the three services without scrolling.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Stronger UX: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Clear icons + short text + visible CTAs (“Read More”) improve interaction.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More responsive-friendly: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Cards adapt better to different screen sizes.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screenshot of a website&#10;&#10;AI-generated content may be incorrect.">
            <a:extLst>
              <a:ext uri="{FF2B5EF4-FFF2-40B4-BE49-F238E27FC236}">
                <a16:creationId xmlns:a16="http://schemas.microsoft.com/office/drawing/2014/main" id="{801E039F-A27E-C4F8-7959-C2A0253D0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413109"/>
            <a:ext cx="5628018" cy="37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187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8BBFE-1040-880B-2164-8A05B7F5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AC2ECE-0815-60B6-78EE-9DC0EED33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The header layout is cleaner and more balanced.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Text is clearer and easier to read (better typography).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The spacing is more organized, so the page feels modern.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The footer area is simplified and looks more professional.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E6666"/>
                </a:solidFill>
                <a:effectLst/>
              </a:rPr>
              <a:t>Colors match better and feel less crowded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ebsite with a person's face&#10;&#10;AI-generated content may be incorrect.">
            <a:extLst>
              <a:ext uri="{FF2B5EF4-FFF2-40B4-BE49-F238E27FC236}">
                <a16:creationId xmlns:a16="http://schemas.microsoft.com/office/drawing/2014/main" id="{F14C2236-4F95-322A-AE3A-F54F635D7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652300"/>
            <a:ext cx="5628018" cy="332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2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screenshot of a website&#10;&#10;AI-generated content may be incorrect.">
            <a:extLst>
              <a:ext uri="{FF2B5EF4-FFF2-40B4-BE49-F238E27FC236}">
                <a16:creationId xmlns:a16="http://schemas.microsoft.com/office/drawing/2014/main" id="{7E44EAE3-D196-A81E-8A95-D0D8CF0BC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3388"/>
            <a:ext cx="5136795" cy="2927972"/>
          </a:xfrm>
          <a:prstGeom prst="rect">
            <a:avLst/>
          </a:prstGeom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71592E1B-7C2C-F867-A0E8-BDEFD47D4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64" y="966541"/>
            <a:ext cx="5136795" cy="2221663"/>
          </a:xfrm>
          <a:prstGeom prst="rect">
            <a:avLst/>
          </a:prstGeom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198BA-796C-BDCE-B83A-A29CEB544419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Dear Customer it is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warning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 We should use red color to attract attention of user to read it.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Each services </a:t>
            </a:r>
            <a:r>
              <a:rPr lang="en-US" altLang="en-US" dirty="0"/>
              <a:t>at one line it take much space and user will boring when scroll every time to see more service.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We also make a body to each service help user know what this service do.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690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8A492-3D92-7190-E78C-8C1040D3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ntact us&#10;&#10;AI-generated content may be incorrect.">
            <a:extLst>
              <a:ext uri="{FF2B5EF4-FFF2-40B4-BE49-F238E27FC236}">
                <a16:creationId xmlns:a16="http://schemas.microsoft.com/office/drawing/2014/main" id="{497B3FB4-D15A-90AD-FE38-E7E987C48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451" y="354702"/>
            <a:ext cx="3893707" cy="3426462"/>
          </a:xfrm>
          <a:prstGeom prst="rect">
            <a:avLst/>
          </a:prstGeom>
        </p:spPr>
      </p:pic>
      <p:pic>
        <p:nvPicPr>
          <p:cNvPr id="3" name="Picture 2" descr="A screenshot of a contact us&#10;&#10;AI-generated content may be incorrect.">
            <a:extLst>
              <a:ext uri="{FF2B5EF4-FFF2-40B4-BE49-F238E27FC236}">
                <a16:creationId xmlns:a16="http://schemas.microsoft.com/office/drawing/2014/main" id="{386B833B-0F72-21CD-3E7C-004FA8EBB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32924"/>
            <a:ext cx="5136795" cy="328754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1393-F529-20FB-49FC-882445BF70E9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New design improve more contact approach (tele number, location of bank, working hours, and bank email).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Use grey background to be comfortable.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Remove orange border and use light color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Make a form in cord in make user eye focus on it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617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C698C-C048-2244-6E0A-4339B619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2" name="Rectangle 141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3" name="Freeform: Shape 142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4F9F7-82E4-8571-3768-763E04FA7BB5}"/>
              </a:ext>
            </a:extLst>
          </p:cNvPr>
          <p:cNvSpPr txBox="1"/>
          <p:nvPr/>
        </p:nvSpPr>
        <p:spPr>
          <a:xfrm>
            <a:off x="795853" y="2412973"/>
            <a:ext cx="4347948" cy="3495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New design </a:t>
            </a:r>
            <a:r>
              <a:rPr lang="en-US" sz="2000" b="1" dirty="0"/>
              <a:t>Reduce Cognitive Load. 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exchange rates and converter both are exist in front of user. And user will use what he wants and </a:t>
            </a:r>
            <a:r>
              <a:rPr lang="en-US" sz="2000" b="1" dirty="0"/>
              <a:t>reduces time spent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The table </a:t>
            </a:r>
            <a:r>
              <a:rPr lang="en-US" altLang="en-US" sz="2000" dirty="0"/>
              <a:t>in new design is more comfortable to eyes and easy to know exchanges rates</a:t>
            </a:r>
            <a:endParaRPr kumimoji="0" lang="en-US" altLang="en-US" sz="200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EE101862-9EC0-D38A-0AF7-D2DDCF7F2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841" y="1432241"/>
            <a:ext cx="4797354" cy="2182795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080F3B70-08E1-47CD-8E0E-FC79EC7F9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433" y="5047276"/>
            <a:ext cx="2513506" cy="860875"/>
          </a:xfrm>
          <a:prstGeom prst="rect">
            <a:avLst/>
          </a:prstGeom>
        </p:spPr>
      </p:pic>
      <p:pic>
        <p:nvPicPr>
          <p:cNvPr id="9" name="Picture 8" descr="A screenshot of a currency converter&#10;&#10;AI-generated content may be incorrect.">
            <a:extLst>
              <a:ext uri="{FF2B5EF4-FFF2-40B4-BE49-F238E27FC236}">
                <a16:creationId xmlns:a16="http://schemas.microsoft.com/office/drawing/2014/main" id="{E2AD448B-8415-4E69-4E2F-3DC1EA12F4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412" y="4952923"/>
            <a:ext cx="2183079" cy="106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20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D1FE34-F075-66F1-7ECD-D6BB96BD5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Thanks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04A92-34FC-1FE8-8EE0-C24105737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ar-EG" sz="2000">
                <a:solidFill>
                  <a:schemeClr val="tx2"/>
                </a:solidFill>
              </a:rPr>
              <a:t>احمد عيسوى السيد عيسوى مسعود    2023017</a:t>
            </a:r>
          </a:p>
          <a:p>
            <a:pPr algn="l"/>
            <a:r>
              <a:rPr lang="ar-EG" sz="2000">
                <a:solidFill>
                  <a:schemeClr val="tx2"/>
                </a:solidFill>
              </a:rPr>
              <a:t>اسامه ابراهيم مصطفى المشد           2023031</a:t>
            </a:r>
            <a:endParaRPr lang="en-US" sz="2000">
              <a:solidFill>
                <a:schemeClr val="tx2"/>
              </a:solidFill>
            </a:endParaRPr>
          </a:p>
        </p:txBody>
      </p:sp>
      <p:pic>
        <p:nvPicPr>
          <p:cNvPr id="19" name="Graphic 18" descr="Smiling Face with No Fill">
            <a:extLst>
              <a:ext uri="{FF2B5EF4-FFF2-40B4-BE49-F238E27FC236}">
                <a16:creationId xmlns:a16="http://schemas.microsoft.com/office/drawing/2014/main" id="{6695A3B9-83EB-5CD0-2C3F-EADB93249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22757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471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National Bank of Egypt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Esawy</dc:creator>
  <cp:lastModifiedBy>Ahmed Esawy</cp:lastModifiedBy>
  <cp:revision>1</cp:revision>
  <dcterms:created xsi:type="dcterms:W3CDTF">2025-12-20T17:56:33Z</dcterms:created>
  <dcterms:modified xsi:type="dcterms:W3CDTF">2025-12-23T12:40:15Z</dcterms:modified>
</cp:coreProperties>
</file>